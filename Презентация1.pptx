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2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4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15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4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5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8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6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7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4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334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70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9084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04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17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35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A5B5C-58E6-4FD5-825C-B63B03A9988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341DD90-A8C9-4766-970A-3421B58A0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1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6595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Shoxjaxon</dc:creator>
  <cp:lastModifiedBy>Shoxjaxon</cp:lastModifiedBy>
  <cp:revision>1</cp:revision>
  <dcterms:created xsi:type="dcterms:W3CDTF">2026-05-06T02:07:55Z</dcterms:created>
  <dcterms:modified xsi:type="dcterms:W3CDTF">2026-05-06T02:08:03Z</dcterms:modified>
</cp:coreProperties>
</file>